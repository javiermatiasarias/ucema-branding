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65" r:id="rId5"/>
    <p:sldId id="256" r:id="rId6"/>
    <p:sldId id="257" r:id="rId7"/>
    <p:sldId id="260" r:id="rId8"/>
    <p:sldId id="258" r:id="rId9"/>
    <p:sldId id="261" r:id="rId10"/>
    <p:sldId id="259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9500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54B302-6B1A-0487-A7E3-4324E1AFCC3C}" v="20" dt="2026-06-07T12:04:53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B63E7-D419-6946-9119-A24D449F625A}" type="datetimeFigureOut">
              <a:rPr lang="en-AR" smtClean="0"/>
              <a:t>07/01/2026</a:t>
            </a:fld>
            <a:endParaRPr lang="en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F0840-BFFC-5041-B7E3-6D14C04F51E0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21553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F0840-BFFC-5041-B7E3-6D14C04F51E0}" type="slidenum">
              <a:rPr lang="en-AR" smtClean="0"/>
              <a:t>6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892468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F0840-BFFC-5041-B7E3-6D14C04F51E0}" type="slidenum">
              <a:rPr lang="en-AR" smtClean="0"/>
              <a:t>7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9448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870D-B784-6146-ADA8-C004080A6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C27D5-6654-C745-BBC8-6F71F5451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7E0DA-2CDD-E444-B0CB-F367EB0F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7E52F-4CB7-764A-A7D0-8F808F53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AFC13-3332-0B4C-A56A-947DBAEF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1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500DB-83A3-FA49-A77C-25D7B002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2E3E1-1939-0241-9ACF-8A16C5D39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E8C4D-2BF5-154C-8143-1BE59C47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F4498-6085-1744-B190-7D8ED492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CDCE3-90DC-BE48-8CD8-6951B0B4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0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382A-D379-AA42-8431-A58D1922D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41FBC-B248-B441-A517-D2479F5E7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51EE2-3384-604C-8868-AB922547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84FEF-E67C-5141-BE8F-5639DE7FE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516AF-FFCE-E840-977E-CA6644BC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1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6130-F6A3-444E-8853-F95EBD837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992C-AD2D-9343-A29F-89EB902A0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D6D36-2CD0-A741-B0F1-E06E0F055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6F4EE-76B0-634C-BBE2-8D7F9087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8D978-7646-DE4A-AE79-B56DBE45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42F2-C4FD-EF45-9EEB-C3BA38C9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9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BD0A7-C8A1-3A4A-B234-02CD6CA2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F1A8B-89BA-AC44-985F-DDA7D1D99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E488D-66EF-D746-A0C0-461594DA2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AB19DC-6F50-6B44-8F5C-5B131E19A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0B1F2-7301-A94E-AA68-58C84F5A26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20F09-AA8A-A344-AD05-CA8379D0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CB903-5F3C-FA4A-B12A-AC6A3540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56E747-3E74-F54D-97A0-378A68F8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71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9ACA-7C25-1242-8972-D6689A8F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08E342-4665-204A-9FA2-8DB8465A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8C613-42F1-E442-964D-DCCA0A01C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C831E-BBC2-AD49-86B4-7EED25F8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35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8569B-5BB3-784A-8E13-A3A9E63D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13DDD-BCF3-FF49-AC04-A646B4DB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DC159-7EC7-7948-9AFF-C9AAF883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48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63F7-2774-104D-A8A8-DB6F18149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4DDAF-F011-BA45-9438-CE267D39B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9FFCB-EC6A-D348-831E-0C9C90231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D7A04-522E-8744-B28E-50DA87D6B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1E2C-F3AD-CE47-84E4-11287FB7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E9619-9C7F-2847-874A-4B3AB0B0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94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6A212-1911-D84E-9C3C-CD28567D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1F108C-2631-D244-8353-4FED76C8B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1234D-8740-8342-81DB-DBFE32C34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60A6A-0961-934B-9A5D-29DFC07A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69BE7-47F7-954F-BCB9-E265EEC8C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4EEF6-318A-AF46-94DB-0A064E24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20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9DAAB-BAE1-3144-A388-1FAC8AE6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ED621-B841-D84B-AC13-7EFEAD491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87746-F13F-F342-8AAD-31A262C0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19471-0E38-F44B-B426-E0A90D4B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BF0C1-C1CF-D24D-B5CB-18E09C8F4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06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97C089-909C-5948-8515-C5CD3E0F6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2B3CD-8207-3746-A988-374604A8B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2A4C7-2914-6B48-885F-6A52C523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02CA9-C119-9B4E-A8B6-5880B00CA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82BE8-A6DA-6C42-AD9D-17800F94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6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B06EEE-6AD0-1048-B65D-39436DF77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7D180-533A-0347-869E-308F51AF2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5CEC0-3A5E-E645-BABC-F82A5358B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177AF-F5E9-EB49-8472-9197326D4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EAA6-4B1B-5942-B3D0-F342EC523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9142F-3BF2-4E4E-90A8-C68EC83E2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AAE8A-E0D4-7444-BB84-5876628D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04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26D3CF-CEDC-F53F-87E4-73F14619E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441448"/>
            <a:ext cx="10515600" cy="3291840"/>
          </a:xfrm>
        </p:spPr>
        <p:txBody>
          <a:bodyPr/>
          <a:lstStyle/>
          <a:p>
            <a:pPr marL="0" indent="0" algn="ctr">
              <a:buNone/>
            </a:pPr>
            <a:r>
              <a:rPr lang="es-ES_tradnl">
                <a:solidFill>
                  <a:srgbClr val="FF0000"/>
                </a:solidFill>
                <a:latin typeface="Acumin Pro" panose="020B0504020202020204" pitchFamily="34" charset="77"/>
              </a:rPr>
              <a:t>IMPORTANTE</a:t>
            </a:r>
          </a:p>
          <a:p>
            <a:pPr marL="0" indent="0" algn="ctr">
              <a:buNone/>
            </a:pPr>
            <a:endParaRPr lang="es-ES_tradnl">
              <a:solidFill>
                <a:srgbClr val="FF0000"/>
              </a:solidFill>
              <a:latin typeface="Acumin Pro" panose="020B0504020202020204" pitchFamily="34" charset="77"/>
            </a:endParaRPr>
          </a:p>
          <a:p>
            <a:pPr marL="0" indent="0" algn="ctr">
              <a:buNone/>
            </a:pPr>
            <a:r>
              <a:rPr lang="es-ES_tradnl" sz="2000" b="1">
                <a:latin typeface="Acumin Pro" panose="020B0504020202020204" pitchFamily="34" charset="77"/>
              </a:rPr>
              <a:t>NO editar ni modificar este archivo </a:t>
            </a:r>
            <a:r>
              <a:rPr lang="es-ES_tradnl" sz="2000" b="1" err="1">
                <a:latin typeface="Acumin Pro" panose="020B0504020202020204" pitchFamily="34" charset="77"/>
              </a:rPr>
              <a:t>ppt</a:t>
            </a:r>
            <a:r>
              <a:rPr lang="es-ES_tradnl" sz="2000" b="1">
                <a:latin typeface="Acumin Pro" panose="020B0504020202020204" pitchFamily="34" charset="77"/>
              </a:rPr>
              <a:t>. </a:t>
            </a:r>
          </a:p>
          <a:p>
            <a:pPr marL="0" indent="0" algn="ctr">
              <a:buNone/>
            </a:pPr>
            <a:r>
              <a:rPr lang="es-ES_tradnl" sz="2000">
                <a:latin typeface="Acumin Pro" panose="020B0504020202020204" pitchFamily="34" charset="77"/>
              </a:rPr>
              <a:t>Por favor, descargarlo en su pc y copiarlo en su Grupo de </a:t>
            </a:r>
            <a:r>
              <a:rPr lang="es-ES_tradnl" sz="2000" err="1">
                <a:latin typeface="Acumin Pro" panose="020B0504020202020204" pitchFamily="34" charset="77"/>
              </a:rPr>
              <a:t>Teams</a:t>
            </a:r>
            <a:r>
              <a:rPr lang="es-ES_tradnl" sz="2000">
                <a:latin typeface="Acumin Pro" panose="020B0504020202020204" pitchFamily="34" charset="77"/>
              </a:rPr>
              <a:t>.</a:t>
            </a:r>
          </a:p>
          <a:p>
            <a:pPr marL="0" indent="0" algn="ctr">
              <a:buNone/>
            </a:pPr>
            <a:endParaRPr lang="es-ES_tradnl" sz="2000">
              <a:latin typeface="Acumin Pro" panose="020B0504020202020204" pitchFamily="34" charset="77"/>
            </a:endParaRPr>
          </a:p>
          <a:p>
            <a:pPr marL="0" indent="0" algn="ctr">
              <a:buNone/>
            </a:pPr>
            <a:r>
              <a:rPr lang="es-ES_tradnl" sz="2000">
                <a:latin typeface="Acumin Pro" panose="020B0504020202020204" pitchFamily="34" charset="77"/>
              </a:rPr>
              <a:t>Muchas gracias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9392A5A-DF08-5392-59A4-C2EA17D18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614" y="986536"/>
            <a:ext cx="1418771" cy="124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9C46C0-8B22-314B-8C05-39CE2BEEA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EDF10C-9931-6343-8341-7458F282F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6778" y="1694985"/>
            <a:ext cx="6380205" cy="2364059"/>
          </a:xfrm>
        </p:spPr>
        <p:txBody>
          <a:bodyPr anchor="t">
            <a:noAutofit/>
          </a:bodyPr>
          <a:lstStyle/>
          <a:p>
            <a:pPr algn="l"/>
            <a:r>
              <a:rPr lang="en-US" sz="7200" b="1" err="1">
                <a:solidFill>
                  <a:schemeClr val="bg1"/>
                </a:solidFill>
                <a:latin typeface="Acumin Pro" panose="020B0504020202020204" pitchFamily="34" charset="77"/>
              </a:rPr>
              <a:t>Agregar</a:t>
            </a:r>
            <a:r>
              <a:rPr lang="en-US" sz="7200" b="1">
                <a:solidFill>
                  <a:schemeClr val="bg1"/>
                </a:solidFill>
                <a:latin typeface="Acumin Pro" panose="020B0504020202020204" pitchFamily="34" charset="77"/>
              </a:rPr>
              <a:t> un </a:t>
            </a:r>
            <a:r>
              <a:rPr lang="en-US" sz="7200" b="1" err="1">
                <a:solidFill>
                  <a:schemeClr val="bg1"/>
                </a:solidFill>
                <a:latin typeface="Acumin Pro" panose="020B0504020202020204" pitchFamily="34" charset="77"/>
              </a:rPr>
              <a:t>título</a:t>
            </a:r>
            <a:r>
              <a:rPr lang="en-US" sz="72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7200" b="1" err="1">
                <a:solidFill>
                  <a:schemeClr val="bg1"/>
                </a:solidFill>
                <a:latin typeface="Acumin Pro" panose="020B0504020202020204" pitchFamily="34" charset="77"/>
              </a:rPr>
              <a:t>aquí</a:t>
            </a:r>
            <a:endParaRPr lang="en-US" sz="7200" b="1">
              <a:solidFill>
                <a:schemeClr val="bg1"/>
              </a:solidFill>
              <a:latin typeface="Acumin Pro" panose="020B050402020202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0BF03-A72A-3A4F-8B06-28F46B792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6778" y="4188940"/>
            <a:ext cx="6380206" cy="1322174"/>
          </a:xfrm>
        </p:spPr>
        <p:txBody>
          <a:bodyPr/>
          <a:lstStyle/>
          <a:p>
            <a:pPr algn="l"/>
            <a:r>
              <a:rPr lang="en-US" err="1">
                <a:solidFill>
                  <a:schemeClr val="bg1"/>
                </a:solidFill>
                <a:latin typeface="Acumin Pro" panose="020B0504020202020204" pitchFamily="34" charset="77"/>
              </a:rPr>
              <a:t>Agregar</a:t>
            </a:r>
            <a:r>
              <a:rPr lang="en-US">
                <a:solidFill>
                  <a:schemeClr val="bg1"/>
                </a:solidFill>
                <a:latin typeface="Acumin Pro" panose="020B0504020202020204" pitchFamily="34" charset="77"/>
              </a:rPr>
              <a:t> bajada de </a:t>
            </a:r>
            <a:r>
              <a:rPr lang="en-US" err="1">
                <a:solidFill>
                  <a:schemeClr val="bg1"/>
                </a:solidFill>
                <a:latin typeface="Acumin Pro" panose="020B0504020202020204" pitchFamily="34" charset="77"/>
              </a:rPr>
              <a:t>título</a:t>
            </a:r>
            <a:r>
              <a:rPr lang="en-US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err="1">
                <a:solidFill>
                  <a:schemeClr val="bg1"/>
                </a:solidFill>
                <a:latin typeface="Acumin Pro" panose="020B0504020202020204" pitchFamily="34" charset="77"/>
              </a:rPr>
              <a:t>aquí</a:t>
            </a:r>
            <a:endParaRPr lang="en-US">
              <a:solidFill>
                <a:schemeClr val="bg1"/>
              </a:solidFill>
              <a:latin typeface="Acumin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35596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DF10C-9931-6343-8341-7458F282F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6778" y="1729946"/>
            <a:ext cx="6380205" cy="2323069"/>
          </a:xfrm>
        </p:spPr>
        <p:txBody>
          <a:bodyPr>
            <a:normAutofit/>
          </a:bodyPr>
          <a:lstStyle/>
          <a:p>
            <a:pPr algn="l"/>
            <a:r>
              <a:rPr lang="en-US" sz="8000" b="1">
                <a:solidFill>
                  <a:schemeClr val="bg1"/>
                </a:solidFill>
                <a:latin typeface="Acumin Pro" panose="020B0504020202020204" pitchFamily="34" charset="77"/>
              </a:rPr>
              <a:t>Agregar un título aquí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0BF03-A72A-3A4F-8B06-28F46B792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6778" y="4188940"/>
            <a:ext cx="6380206" cy="1322174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Acumin Pro" panose="020B0504020202020204" pitchFamily="34" charset="77"/>
              </a:rPr>
              <a:t>Agregar bajada de título aquí</a:t>
            </a:r>
          </a:p>
        </p:txBody>
      </p:sp>
      <p:pic>
        <p:nvPicPr>
          <p:cNvPr id="8" name="Picture 7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89B293C-A2CE-134A-9574-8760C4D68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8059381-5D9C-CE48-832D-9982C5E4F250}"/>
              </a:ext>
            </a:extLst>
          </p:cNvPr>
          <p:cNvSpPr txBox="1">
            <a:spLocks/>
          </p:cNvSpPr>
          <p:nvPr/>
        </p:nvSpPr>
        <p:spPr>
          <a:xfrm>
            <a:off x="792126" y="3606644"/>
            <a:ext cx="8090617" cy="23230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7200" b="1" err="1">
                <a:solidFill>
                  <a:schemeClr val="bg1"/>
                </a:solidFill>
                <a:latin typeface="Acumin Pro" panose="020B0504020202020204" pitchFamily="34" charset="77"/>
              </a:rPr>
              <a:t>Agregar</a:t>
            </a:r>
            <a:r>
              <a:rPr lang="en-US" sz="7200" b="1">
                <a:solidFill>
                  <a:schemeClr val="bg1"/>
                </a:solidFill>
                <a:latin typeface="Acumin Pro" panose="020B0504020202020204" pitchFamily="34" charset="77"/>
              </a:rPr>
              <a:t> un </a:t>
            </a:r>
            <a:r>
              <a:rPr lang="en-US" sz="7200" b="1" err="1">
                <a:solidFill>
                  <a:schemeClr val="bg1"/>
                </a:solidFill>
                <a:latin typeface="Acumin Pro" panose="020B0504020202020204" pitchFamily="34" charset="77"/>
              </a:rPr>
              <a:t>título</a:t>
            </a:r>
            <a:r>
              <a:rPr lang="en-US" sz="72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7200" b="1" err="1">
                <a:solidFill>
                  <a:schemeClr val="bg1"/>
                </a:solidFill>
                <a:latin typeface="Acumin Pro" panose="020B0504020202020204" pitchFamily="34" charset="77"/>
              </a:rPr>
              <a:t>aquí</a:t>
            </a:r>
            <a:endParaRPr lang="en-US" sz="7200" b="1">
              <a:solidFill>
                <a:schemeClr val="bg1"/>
              </a:solidFill>
              <a:latin typeface="Acumin Pro" panose="020B0504020202020204" pitchFamily="34" charset="77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496ED76-A510-D54E-9135-8BBC87E771C8}"/>
              </a:ext>
            </a:extLst>
          </p:cNvPr>
          <p:cNvSpPr txBox="1">
            <a:spLocks/>
          </p:cNvSpPr>
          <p:nvPr/>
        </p:nvSpPr>
        <p:spPr>
          <a:xfrm>
            <a:off x="792126" y="6065638"/>
            <a:ext cx="8090616" cy="1322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err="1">
                <a:solidFill>
                  <a:schemeClr val="bg1"/>
                </a:solidFill>
                <a:latin typeface="Acumin Pro" panose="020B0504020202020204" pitchFamily="34" charset="77"/>
              </a:rPr>
              <a:t>Agregar</a:t>
            </a:r>
            <a:r>
              <a:rPr lang="en-US">
                <a:solidFill>
                  <a:schemeClr val="bg1"/>
                </a:solidFill>
                <a:latin typeface="Acumin Pro" panose="020B0504020202020204" pitchFamily="34" charset="77"/>
              </a:rPr>
              <a:t> bajada de </a:t>
            </a:r>
            <a:r>
              <a:rPr lang="en-US" err="1">
                <a:solidFill>
                  <a:schemeClr val="bg1"/>
                </a:solidFill>
                <a:latin typeface="Acumin Pro" panose="020B0504020202020204" pitchFamily="34" charset="77"/>
              </a:rPr>
              <a:t>título</a:t>
            </a:r>
            <a:r>
              <a:rPr lang="en-US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err="1">
                <a:solidFill>
                  <a:schemeClr val="bg1"/>
                </a:solidFill>
                <a:latin typeface="Acumin Pro" panose="020B0504020202020204" pitchFamily="34" charset="77"/>
              </a:rPr>
              <a:t>aquí</a:t>
            </a:r>
            <a:endParaRPr lang="en-US">
              <a:solidFill>
                <a:schemeClr val="bg1"/>
              </a:solidFill>
              <a:latin typeface="Acumin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42292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DF10C-9931-6343-8341-7458F282F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6778" y="1729946"/>
            <a:ext cx="6380205" cy="2323069"/>
          </a:xfrm>
        </p:spPr>
        <p:txBody>
          <a:bodyPr>
            <a:normAutofit/>
          </a:bodyPr>
          <a:lstStyle/>
          <a:p>
            <a:pPr algn="l"/>
            <a:r>
              <a:rPr lang="en-US" sz="8000" b="1">
                <a:solidFill>
                  <a:schemeClr val="bg1"/>
                </a:solidFill>
                <a:latin typeface="Acumin Pro" panose="020B0504020202020204" pitchFamily="34" charset="77"/>
              </a:rPr>
              <a:t>Agregar un título aquí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0BF03-A72A-3A4F-8B06-28F46B792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6778" y="4188940"/>
            <a:ext cx="6380206" cy="1322174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Acumin Pro" panose="020B0504020202020204" pitchFamily="34" charset="77"/>
              </a:rPr>
              <a:t>Agregar bajada de título aquí</a:t>
            </a:r>
          </a:p>
        </p:txBody>
      </p:sp>
      <p:pic>
        <p:nvPicPr>
          <p:cNvPr id="8" name="Picture 7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89B293C-A2CE-134A-9574-8760C4D68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9E7CA0-373D-2549-9962-7E9EE56649DE}"/>
              </a:ext>
            </a:extLst>
          </p:cNvPr>
          <p:cNvSpPr txBox="1"/>
          <p:nvPr/>
        </p:nvSpPr>
        <p:spPr>
          <a:xfrm>
            <a:off x="857870" y="1082567"/>
            <a:ext cx="5721605" cy="386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Lorem ipsum dolor sit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amet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,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consectetuer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adipiscing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elit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, sed diam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nonummy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nibh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euismod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tincidunt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ut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laoreet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dolore magna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aliquam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erat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volutpat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. Ut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wisi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enim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ad minim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veniam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,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quis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nostrud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exerci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tation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ullamcorper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suscipit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lobortis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nisl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ut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aliquip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ex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ea</a:t>
            </a:r>
            <a:r>
              <a:rPr lang="en-US" sz="15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chemeClr val="bg1"/>
                </a:solidFill>
                <a:latin typeface="Acumin Pro" panose="020B0504020202020204" pitchFamily="34" charset="77"/>
              </a:rPr>
              <a:t>commodo</a:t>
            </a:r>
            <a:endParaRPr lang="en-US" sz="1500">
              <a:solidFill>
                <a:schemeClr val="bg1"/>
              </a:solidFill>
              <a:latin typeface="Acumin Pro" panose="020B0504020202020204" pitchFamily="34" charset="77"/>
            </a:endParaRPr>
          </a:p>
          <a:p>
            <a:pPr>
              <a:lnSpc>
                <a:spcPct val="150000"/>
              </a:lnSpc>
            </a:pPr>
            <a:endParaRPr lang="en-US" sz="1500">
              <a:solidFill>
                <a:schemeClr val="bg1"/>
              </a:solidFill>
              <a:latin typeface="Acumin Pro" panose="020B0504020202020204" pitchFamily="34" charset="77"/>
            </a:endParaRPr>
          </a:p>
          <a:p>
            <a:pPr>
              <a:lnSpc>
                <a:spcPct val="150000"/>
              </a:lnSpc>
            </a:pP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Lorem ipsum dolor sit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amet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, cons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ectetuer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adipiscing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elit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, sed diam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nonummy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nibh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euismod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tincidunt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ut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laoreet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dolore magna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aliquam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erat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volutpat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. Ut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wisi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enim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ad minim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veniam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,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quis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nostrud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exerci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tation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ullamcorper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suscipit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lobortis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nisl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ut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aliquip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ex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ea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commodo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chemeClr val="bg1"/>
                </a:solidFill>
                <a:latin typeface="Acumin Pro" panose="020B0504020202020204" pitchFamily="34" charset="77"/>
              </a:rPr>
              <a:t>consequat</a:t>
            </a:r>
            <a:r>
              <a:rPr lang="en-US" sz="1500" b="1">
                <a:solidFill>
                  <a:schemeClr val="bg1"/>
                </a:solidFill>
                <a:latin typeface="Acumin Pro" panose="020B0504020202020204" pitchFamily="34" charset="77"/>
              </a:rPr>
              <a:t>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D6C9935-C38F-FD41-90D0-9B64CAD7872F}"/>
              </a:ext>
            </a:extLst>
          </p:cNvPr>
          <p:cNvSpPr txBox="1">
            <a:spLocks/>
          </p:cNvSpPr>
          <p:nvPr/>
        </p:nvSpPr>
        <p:spPr>
          <a:xfrm>
            <a:off x="857870" y="5998919"/>
            <a:ext cx="6791867" cy="562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err="1">
                <a:solidFill>
                  <a:schemeClr val="bg1"/>
                </a:solidFill>
                <a:latin typeface="Acumin Pro" panose="020B0504020202020204" pitchFamily="34" charset="77"/>
              </a:rPr>
              <a:t>Repetición</a:t>
            </a:r>
            <a:r>
              <a:rPr lang="en-US" sz="2000" b="1">
                <a:solidFill>
                  <a:schemeClr val="bg1"/>
                </a:solidFill>
                <a:latin typeface="Acumin Pro" panose="020B0504020202020204" pitchFamily="34" charset="77"/>
              </a:rPr>
              <a:t> de </a:t>
            </a:r>
            <a:r>
              <a:rPr lang="en-US" sz="2000" b="1" err="1">
                <a:solidFill>
                  <a:schemeClr val="bg1"/>
                </a:solidFill>
                <a:latin typeface="Acumin Pro" panose="020B0504020202020204" pitchFamily="34" charset="77"/>
              </a:rPr>
              <a:t>título</a:t>
            </a:r>
            <a:r>
              <a:rPr lang="en-US" sz="2000" b="1">
                <a:solidFill>
                  <a:schemeClr val="bg1"/>
                </a:solidFill>
                <a:latin typeface="Acumin Pro" panose="020B0504020202020204" pitchFamily="34" charset="77"/>
              </a:rPr>
              <a:t> / </a:t>
            </a:r>
            <a:r>
              <a:rPr lang="en-US" sz="2000" b="1" err="1">
                <a:solidFill>
                  <a:schemeClr val="bg1"/>
                </a:solidFill>
                <a:latin typeface="Acumin Pro" panose="020B0504020202020204" pitchFamily="34" charset="77"/>
              </a:rPr>
              <a:t>sección</a:t>
            </a:r>
            <a:r>
              <a:rPr lang="en-US" sz="2000" b="1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597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981C720-9B28-7845-B822-B82177EFBAAB}"/>
              </a:ext>
            </a:extLst>
          </p:cNvPr>
          <p:cNvSpPr txBox="1"/>
          <p:nvPr/>
        </p:nvSpPr>
        <p:spPr>
          <a:xfrm>
            <a:off x="6863255" y="738738"/>
            <a:ext cx="3668112" cy="4902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Lorem ipsum dolor sit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amet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,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consectetuer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adipiscing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elit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, sed diam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nonummy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nibh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euismod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tincidunt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ut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laoreet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dolore magna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aliquam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erat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volutpat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. Ut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wisi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enim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ad minim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veniam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,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quis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nostrud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exerci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tation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ullamcorper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suscipit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lobortis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nisl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ut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aliquip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ex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ea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commodo</a:t>
            </a:r>
            <a:endParaRPr lang="en-US" sz="1400">
              <a:solidFill>
                <a:schemeClr val="bg1"/>
              </a:solidFill>
              <a:latin typeface="Acumin Pro" panose="020B0504020202020204" pitchFamily="34" charset="77"/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chemeClr val="bg1"/>
              </a:solidFill>
              <a:latin typeface="Acumin Pro" panose="020B0504020202020204" pitchFamily="34" charset="77"/>
            </a:endParaRPr>
          </a:p>
          <a:p>
            <a:pPr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Lorem ipsum dolor sit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amet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, cons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ectetuer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adipiscing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elit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, sed diam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nonummy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nibh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euismod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tincidunt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ut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laoreet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dolore magna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aliquam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erat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volutpat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. Ut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wisi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enim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ad minim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veniam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,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quis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nostrud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exerci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tation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ullamcorper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suscipit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lobortis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nisl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ut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aliquip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ex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ea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commodo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cumin Pro" panose="020B0504020202020204" pitchFamily="34" charset="77"/>
              </a:rPr>
              <a:t>consequat</a:t>
            </a:r>
            <a:r>
              <a:rPr lang="en-US" sz="1400">
                <a:solidFill>
                  <a:schemeClr val="bg1"/>
                </a:solidFill>
                <a:latin typeface="Acumin Pro" panose="020B0504020202020204" pitchFamily="34" charset="7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9B8BD2-E055-F840-ACDC-6389F17CF036}"/>
              </a:ext>
            </a:extLst>
          </p:cNvPr>
          <p:cNvSpPr txBox="1"/>
          <p:nvPr/>
        </p:nvSpPr>
        <p:spPr>
          <a:xfrm>
            <a:off x="1240222" y="3771656"/>
            <a:ext cx="396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6000" b="1">
                <a:solidFill>
                  <a:srgbClr val="950028"/>
                </a:solidFill>
                <a:latin typeface="Acumin Pro" panose="020B0504020202020204" pitchFamily="34" charset="77"/>
              </a:rPr>
              <a:t>Título de Sección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E0BAA2-613C-894E-9F8D-77DD0D65AF21}"/>
              </a:ext>
            </a:extLst>
          </p:cNvPr>
          <p:cNvCxnSpPr/>
          <p:nvPr/>
        </p:nvCxnSpPr>
        <p:spPr>
          <a:xfrm flipH="1">
            <a:off x="1240222" y="3668110"/>
            <a:ext cx="4855778" cy="0"/>
          </a:xfrm>
          <a:prstGeom prst="line">
            <a:avLst/>
          </a:prstGeom>
          <a:ln w="19050">
            <a:solidFill>
              <a:srgbClr val="950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FEB5094-06A9-EF49-A96A-E41AC03F3D07}"/>
              </a:ext>
            </a:extLst>
          </p:cNvPr>
          <p:cNvSpPr txBox="1"/>
          <p:nvPr/>
        </p:nvSpPr>
        <p:spPr>
          <a:xfrm>
            <a:off x="1240222" y="3189890"/>
            <a:ext cx="4635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solidFill>
                  <a:srgbClr val="950028"/>
                </a:solidFill>
                <a:latin typeface="Acumin Pro" panose="020B0504020202020204" pitchFamily="34" charset="77"/>
              </a:rPr>
              <a:t>Agregar</a:t>
            </a:r>
            <a:r>
              <a:rPr lang="en-US">
                <a:solidFill>
                  <a:srgbClr val="950028"/>
                </a:solidFill>
                <a:latin typeface="Acumin Pro" panose="020B0504020202020204" pitchFamily="34" charset="77"/>
              </a:rPr>
              <a:t> bajada de </a:t>
            </a:r>
            <a:r>
              <a:rPr lang="en-US" err="1">
                <a:solidFill>
                  <a:srgbClr val="950028"/>
                </a:solidFill>
                <a:latin typeface="Acumin Pro" panose="020B0504020202020204" pitchFamily="34" charset="77"/>
              </a:rPr>
              <a:t>título</a:t>
            </a:r>
            <a:r>
              <a:rPr lang="en-US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err="1">
                <a:solidFill>
                  <a:srgbClr val="950028"/>
                </a:solidFill>
                <a:latin typeface="Acumin Pro" panose="020B0504020202020204" pitchFamily="34" charset="77"/>
              </a:rPr>
              <a:t>aquí</a:t>
            </a:r>
            <a:endParaRPr lang="en-US">
              <a:solidFill>
                <a:srgbClr val="950028"/>
              </a:solidFill>
              <a:latin typeface="Acumin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90151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2AF8D139-5457-A445-A87A-C34433E31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8219E5-4404-3E48-9CF3-BBC606ABD6D2}"/>
              </a:ext>
            </a:extLst>
          </p:cNvPr>
          <p:cNvSpPr txBox="1"/>
          <p:nvPr/>
        </p:nvSpPr>
        <p:spPr>
          <a:xfrm>
            <a:off x="857870" y="578039"/>
            <a:ext cx="6791867" cy="3168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Lorem ipsum dolor sit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amet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,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consectetuer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adipiscing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elit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, sed diam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nonummy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nibh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euismod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tincidunt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ut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laoreet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dolore magna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aliquam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erat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volutpat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. Ut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wisi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enim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ad minim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veniam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,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quis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nostrud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exerci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tation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ullamcorper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suscipit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lobortis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nisl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ut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aliquip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ex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ea</a:t>
            </a:r>
            <a:r>
              <a:rPr lang="en-US" sz="15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err="1">
                <a:solidFill>
                  <a:srgbClr val="950028"/>
                </a:solidFill>
                <a:latin typeface="Acumin Pro" panose="020B0504020202020204" pitchFamily="34" charset="77"/>
              </a:rPr>
              <a:t>commodo</a:t>
            </a:r>
            <a:endParaRPr lang="en-US" sz="1500">
              <a:solidFill>
                <a:srgbClr val="950028"/>
              </a:solidFill>
              <a:latin typeface="Acumin Pro" panose="020B0504020202020204" pitchFamily="34" charset="77"/>
            </a:endParaRPr>
          </a:p>
          <a:p>
            <a:pPr>
              <a:lnSpc>
                <a:spcPct val="150000"/>
              </a:lnSpc>
            </a:pPr>
            <a:endParaRPr lang="en-US" sz="1500">
              <a:solidFill>
                <a:srgbClr val="950028"/>
              </a:solidFill>
              <a:latin typeface="Acumin Pro" panose="020B0504020202020204" pitchFamily="34" charset="77"/>
            </a:endParaRPr>
          </a:p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Lorem ipsum dolor sit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amet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, cons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ectetuer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adipiscing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elit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, sed diam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nonummy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nibh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euismod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tincidunt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ut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laoreet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dolore magna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aliquam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erat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volutpat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. Ut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wisi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enim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ad minim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veniam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,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quis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nostrud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exerci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tation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ullamcorper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suscipit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lobortis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nisl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ut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aliquip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ex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ea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commodo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500" b="1" err="1">
                <a:solidFill>
                  <a:srgbClr val="950028"/>
                </a:solidFill>
                <a:latin typeface="Acumin Pro" panose="020B0504020202020204" pitchFamily="34" charset="77"/>
              </a:rPr>
              <a:t>consequat</a:t>
            </a:r>
            <a:r>
              <a:rPr lang="en-US" sz="1500" b="1">
                <a:solidFill>
                  <a:srgbClr val="950028"/>
                </a:solidFill>
                <a:latin typeface="Acumin Pro" panose="020B0504020202020204" pitchFamily="34" charset="77"/>
              </a:rPr>
              <a:t>.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E4F8662-F86F-D84F-A9E5-B735BBE84E44}"/>
              </a:ext>
            </a:extLst>
          </p:cNvPr>
          <p:cNvSpPr txBox="1">
            <a:spLocks/>
          </p:cNvSpPr>
          <p:nvPr/>
        </p:nvSpPr>
        <p:spPr>
          <a:xfrm>
            <a:off x="857870" y="5998919"/>
            <a:ext cx="6791867" cy="562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err="1">
                <a:solidFill>
                  <a:srgbClr val="BFBFBF"/>
                </a:solidFill>
                <a:latin typeface="Acumin Pro" panose="020B0504020202020204" pitchFamily="34" charset="77"/>
              </a:rPr>
              <a:t>Repetición</a:t>
            </a:r>
            <a:r>
              <a:rPr lang="en-US" sz="2000" b="1">
                <a:solidFill>
                  <a:srgbClr val="BFBFBF"/>
                </a:solidFill>
                <a:latin typeface="Acumin Pro" panose="020B0504020202020204" pitchFamily="34" charset="77"/>
              </a:rPr>
              <a:t> de </a:t>
            </a:r>
            <a:r>
              <a:rPr lang="en-US" sz="2000" b="1" err="1">
                <a:solidFill>
                  <a:srgbClr val="BFBFBF"/>
                </a:solidFill>
                <a:latin typeface="Acumin Pro" panose="020B0504020202020204" pitchFamily="34" charset="77"/>
              </a:rPr>
              <a:t>título</a:t>
            </a:r>
            <a:r>
              <a:rPr lang="en-US" sz="2000" b="1">
                <a:solidFill>
                  <a:srgbClr val="BFBFBF"/>
                </a:solidFill>
                <a:latin typeface="Acumin Pro" panose="020B0504020202020204" pitchFamily="34" charset="77"/>
              </a:rPr>
              <a:t> / </a:t>
            </a:r>
            <a:r>
              <a:rPr lang="en-US" sz="2000" b="1" err="1">
                <a:solidFill>
                  <a:srgbClr val="BFBFBF"/>
                </a:solidFill>
                <a:latin typeface="Acumin Pro" panose="020B0504020202020204" pitchFamily="34" charset="77"/>
              </a:rPr>
              <a:t>sección</a:t>
            </a:r>
            <a:r>
              <a:rPr lang="en-US" sz="2000" b="1">
                <a:solidFill>
                  <a:srgbClr val="BFBFBF"/>
                </a:solidFill>
                <a:latin typeface="Acumin Pro" panose="020B0504020202020204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609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2AF8D139-5457-A445-A87A-C34433E31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FEB5094-06A9-EF49-A96A-E41AC03F3D07}"/>
              </a:ext>
            </a:extLst>
          </p:cNvPr>
          <p:cNvSpPr txBox="1"/>
          <p:nvPr/>
        </p:nvSpPr>
        <p:spPr>
          <a:xfrm>
            <a:off x="857870" y="488731"/>
            <a:ext cx="7014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>
                <a:solidFill>
                  <a:srgbClr val="950028"/>
                </a:solidFill>
                <a:latin typeface="Acumin Pro" panose="020B0504020202020204" pitchFamily="34" charset="77"/>
              </a:rPr>
              <a:t>Título</a:t>
            </a:r>
            <a:r>
              <a:rPr lang="en-US" sz="2400">
                <a:solidFill>
                  <a:srgbClr val="950028"/>
                </a:solidFill>
                <a:latin typeface="Acumin Pro" panose="020B0504020202020204" pitchFamily="34" charset="77"/>
              </a:rPr>
              <a:t> del </a:t>
            </a:r>
            <a:r>
              <a:rPr lang="en-US" sz="2400" err="1">
                <a:solidFill>
                  <a:srgbClr val="950028"/>
                </a:solidFill>
                <a:latin typeface="Acumin Pro" panose="020B0504020202020204" pitchFamily="34" charset="77"/>
              </a:rPr>
              <a:t>gráfico</a:t>
            </a:r>
            <a:endParaRPr lang="en-US" sz="2400">
              <a:solidFill>
                <a:srgbClr val="950028"/>
              </a:solidFill>
              <a:latin typeface="Acumin Pro" panose="020B0504020202020204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81C720-9B28-7845-B822-B82177EFBAAB}"/>
              </a:ext>
            </a:extLst>
          </p:cNvPr>
          <p:cNvSpPr txBox="1"/>
          <p:nvPr/>
        </p:nvSpPr>
        <p:spPr>
          <a:xfrm>
            <a:off x="8045668" y="3646153"/>
            <a:ext cx="1986455" cy="1840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Lorem ipsum dolor sit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amet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,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consectetuer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adipiscing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elit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, sed diam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nonummy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nibh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euismod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tincidunt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ut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laoreet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dolore magna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aliquam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erat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volutpat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. Ut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wisi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enim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 ad minim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veniam</a:t>
            </a:r>
            <a:r>
              <a:rPr lang="en-US" sz="1100">
                <a:solidFill>
                  <a:srgbClr val="950028"/>
                </a:solidFill>
                <a:latin typeface="Acumin Pro" panose="020B0504020202020204" pitchFamily="34" charset="77"/>
              </a:rPr>
              <a:t>, </a:t>
            </a:r>
            <a:r>
              <a:rPr lang="en-US" sz="1100" err="1">
                <a:solidFill>
                  <a:srgbClr val="950028"/>
                </a:solidFill>
                <a:latin typeface="Acumin Pro" panose="020B0504020202020204" pitchFamily="34" charset="77"/>
              </a:rPr>
              <a:t>quis</a:t>
            </a:r>
            <a:endParaRPr lang="en-US" sz="1100">
              <a:solidFill>
                <a:srgbClr val="950028"/>
              </a:solidFill>
              <a:latin typeface="Acumin Pro" panose="020B0504020202020204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3FF504-EB2A-A84B-ABCD-E94C2618F039}"/>
              </a:ext>
            </a:extLst>
          </p:cNvPr>
          <p:cNvSpPr/>
          <p:nvPr/>
        </p:nvSpPr>
        <p:spPr>
          <a:xfrm>
            <a:off x="857870" y="1484767"/>
            <a:ext cx="7014378" cy="40016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66DBEB-B07E-BF48-8C10-917DBCC360B6}"/>
              </a:ext>
            </a:extLst>
          </p:cNvPr>
          <p:cNvSpPr txBox="1"/>
          <p:nvPr/>
        </p:nvSpPr>
        <p:spPr>
          <a:xfrm>
            <a:off x="3468766" y="3244334"/>
            <a:ext cx="1792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R">
                <a:solidFill>
                  <a:schemeClr val="bg1"/>
                </a:solidFill>
                <a:latin typeface="Acumin Pro" panose="020B0504020202020204" pitchFamily="34" charset="77"/>
              </a:rPr>
              <a:t>GRAFICO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30FA14A-1887-0341-89F7-53D09E8B22AC}"/>
              </a:ext>
            </a:extLst>
          </p:cNvPr>
          <p:cNvSpPr txBox="1">
            <a:spLocks/>
          </p:cNvSpPr>
          <p:nvPr/>
        </p:nvSpPr>
        <p:spPr>
          <a:xfrm>
            <a:off x="857870" y="5998919"/>
            <a:ext cx="6791867" cy="562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err="1">
                <a:solidFill>
                  <a:srgbClr val="BFBFBF"/>
                </a:solidFill>
                <a:latin typeface="Acumin Pro" panose="020B0504020202020204" pitchFamily="34" charset="77"/>
              </a:rPr>
              <a:t>Repetición</a:t>
            </a:r>
            <a:r>
              <a:rPr lang="en-US" sz="2000" b="1">
                <a:solidFill>
                  <a:srgbClr val="BFBFBF"/>
                </a:solidFill>
                <a:latin typeface="Acumin Pro" panose="020B0504020202020204" pitchFamily="34" charset="77"/>
              </a:rPr>
              <a:t> de </a:t>
            </a:r>
            <a:r>
              <a:rPr lang="en-US" sz="2000" b="1" err="1">
                <a:solidFill>
                  <a:srgbClr val="BFBFBF"/>
                </a:solidFill>
                <a:latin typeface="Acumin Pro" panose="020B0504020202020204" pitchFamily="34" charset="77"/>
              </a:rPr>
              <a:t>título</a:t>
            </a:r>
            <a:r>
              <a:rPr lang="en-US" sz="2000" b="1">
                <a:solidFill>
                  <a:srgbClr val="BFBFBF"/>
                </a:solidFill>
                <a:latin typeface="Acumin Pro" panose="020B0504020202020204" pitchFamily="34" charset="77"/>
              </a:rPr>
              <a:t> / </a:t>
            </a:r>
            <a:r>
              <a:rPr lang="en-US" sz="2000" b="1" err="1">
                <a:solidFill>
                  <a:srgbClr val="BFBFBF"/>
                </a:solidFill>
                <a:latin typeface="Acumin Pro" panose="020B0504020202020204" pitchFamily="34" charset="77"/>
              </a:rPr>
              <a:t>sección</a:t>
            </a:r>
            <a:r>
              <a:rPr lang="en-US" sz="2000" b="1">
                <a:solidFill>
                  <a:srgbClr val="BFBFBF"/>
                </a:solidFill>
                <a:latin typeface="Acumin Pro" panose="020B0504020202020204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7463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46DF96A-469C-8B4D-944E-BAD60F69C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30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931052-aa33-4f14-94bb-2bdcd3033304" xsi:nil="true"/>
    <lcf76f155ced4ddcb4097134ff3c332f xmlns="10444dfb-a7b9-49ae-b7fd-838fe7fb1edf">
      <Terms xmlns="http://schemas.microsoft.com/office/infopath/2007/PartnerControls"/>
    </lcf76f155ced4ddcb4097134ff3c332f>
    <SharedWithUsers xmlns="49931052-aa33-4f14-94bb-2bdcd3033304">
      <UserInfo>
        <DisplayName/>
        <AccountId xsi:nil="true"/>
        <AccountType/>
      </UserInfo>
    </SharedWithUsers>
    <MediaLengthInSeconds xmlns="10444dfb-a7b9-49ae-b7fd-838fe7fb1ed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EDC51BB7C7E946BF204CF3500DA023" ma:contentTypeVersion="15" ma:contentTypeDescription="Create a new document." ma:contentTypeScope="" ma:versionID="62abc5dc30629f7e3c2235ba3809338e">
  <xsd:schema xmlns:xsd="http://www.w3.org/2001/XMLSchema" xmlns:xs="http://www.w3.org/2001/XMLSchema" xmlns:p="http://schemas.microsoft.com/office/2006/metadata/properties" xmlns:ns2="10444dfb-a7b9-49ae-b7fd-838fe7fb1edf" xmlns:ns3="49931052-aa33-4f14-94bb-2bdcd3033304" targetNamespace="http://schemas.microsoft.com/office/2006/metadata/properties" ma:root="true" ma:fieldsID="a1e6ec3110f8f3c9bab4bb6c5d31661b" ns2:_="" ns3:_="">
    <xsd:import namespace="10444dfb-a7b9-49ae-b7fd-838fe7fb1edf"/>
    <xsd:import namespace="49931052-aa33-4f14-94bb-2bdcd30333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44dfb-a7b9-49ae-b7fd-838fe7fb1e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01d4996-a25a-448f-88a7-ef6a48d31e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1052-aa33-4f14-94bb-2bdcd303330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3643ad-9e46-46b6-ae33-fd49021999fa}" ma:internalName="TaxCatchAll" ma:showField="CatchAllData" ma:web="49931052-aa33-4f14-94bb-2bdcd30333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AE67BF-5AF1-4D00-B420-5322EC654C3B}">
  <ds:schemaRefs>
    <ds:schemaRef ds:uri="10444dfb-a7b9-49ae-b7fd-838fe7fb1edf"/>
    <ds:schemaRef ds:uri="49931052-aa33-4f14-94bb-2bdcd303330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AFA51E1-27A0-40CD-914D-E958C9F9B35C}">
  <ds:schemaRefs>
    <ds:schemaRef ds:uri="10444dfb-a7b9-49ae-b7fd-838fe7fb1edf"/>
    <ds:schemaRef ds:uri="49931052-aa33-4f14-94bb-2bdcd30333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13DE9FB-ABF2-4F4A-8BA6-941A1B6EFF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Agregar un título aquí</vt:lpstr>
      <vt:lpstr>Agregar un título aquí</vt:lpstr>
      <vt:lpstr>Agregar un título aquí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Agregar un título aquí</dc:title>
  <dc:creator>Microsoft Office User</dc:creator>
  <cp:revision>2</cp:revision>
  <dcterms:created xsi:type="dcterms:W3CDTF">2021-09-16T17:26:38Z</dcterms:created>
  <dcterms:modified xsi:type="dcterms:W3CDTF">2026-07-02T06:35:39Z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0x0101007EEDC51BB7C7E946BF204CF3500DA023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</Properties>
</file>